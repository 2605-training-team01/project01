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49A1BA-7B60-4B8F-B6FF-7D2261A282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6AA44CF-0B3C-4620-B704-5CBA2AE26E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7B0302-CD73-4D7D-8D64-9EA0F3DC2B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55E8E99-1986-4C2F-B19D-A1691D8783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03A3876-EBF1-4034-B52E-3B6825D91E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E98B0E3-4121-4E9F-B5CE-F3B6BFCEEE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F2ADB9B-332F-4F35-A9CD-86DCDC012E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08A05E8-22FA-4D4C-8C00-CD26596472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5BD8715-6248-417D-ADFE-A110D3F2B3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DE77416-0CFA-47ED-9DC7-7E9761EC45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6D5B4F7-3FAD-40E6-8FF6-967A845F72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78A989-2B8D-48BC-A9F8-D44141E2F6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1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18FD87-6C11-4618-9AA4-7BB6D15340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3310A5-79D4-4D7D-ABF6-40673AAA23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074214-803B-4509-B5B5-4B9B678394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66CCC8-4AA2-4AAD-A029-34E3BAA19E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BF6A64-D694-433B-9BE4-1E905969E6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8F0DE4-33C1-4552-81FB-D85C61F8EA9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F2F75F-32F2-48CB-BE9A-B06FD9D086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46B9D6-189A-4F24-ACAD-1476CB84BD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5988D7-237A-4DEA-A91D-0D8117D575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F79E6A-193D-4D6C-80C2-B57F62F951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래픽 1" descr="배지 체크 표시1 단색으로 채워진"/>
          <p:cNvPicPr/>
          <p:nvPr/>
        </p:nvPicPr>
        <p:blipFill>
          <a:blip r:embed="rId1"/>
          <a:stretch/>
        </p:blipFill>
        <p:spPr>
          <a:xfrm>
            <a:off x="6543720" y="3786480"/>
            <a:ext cx="367200" cy="367200"/>
          </a:xfrm>
          <a:prstGeom prst="rect">
            <a:avLst/>
          </a:prstGeom>
          <a:ln w="0">
            <a:noFill/>
          </a:ln>
        </p:spPr>
      </p:pic>
      <p:pic>
        <p:nvPicPr>
          <p:cNvPr id="51" name="그래픽 2" descr="배지 체크 표시1 단색으로 채워진"/>
          <p:cNvPicPr/>
          <p:nvPr/>
        </p:nvPicPr>
        <p:blipFill>
          <a:blip r:embed="rId2"/>
          <a:stretch/>
        </p:blipFill>
        <p:spPr>
          <a:xfrm>
            <a:off x="6565680" y="4558320"/>
            <a:ext cx="367200" cy="367200"/>
          </a:xfrm>
          <a:prstGeom prst="rect">
            <a:avLst/>
          </a:prstGeom>
          <a:ln w="0">
            <a:noFill/>
          </a:ln>
        </p:spPr>
      </p:pic>
      <p:cxnSp>
        <p:nvCxnSpPr>
          <p:cNvPr id="52" name="직선 연결선 1"/>
          <p:cNvCxnSpPr/>
          <p:nvPr/>
        </p:nvCxnSpPr>
        <p:spPr>
          <a:xfrm>
            <a:off x="671760" y="848160"/>
            <a:ext cx="10971360" cy="2160"/>
          </a:xfrm>
          <a:prstGeom prst="straightConnector1">
            <a:avLst/>
          </a:prstGeom>
          <a:ln w="34925">
            <a:solidFill>
              <a:srgbClr val="d0cece"/>
            </a:solidFill>
            <a:round/>
          </a:ln>
        </p:spPr>
      </p:cxnSp>
      <p:sp>
        <p:nvSpPr>
          <p:cNvPr id="53" name="직사각형 2"/>
          <p:cNvSpPr/>
          <p:nvPr/>
        </p:nvSpPr>
        <p:spPr>
          <a:xfrm>
            <a:off x="621360" y="810000"/>
            <a:ext cx="1862280" cy="86400"/>
          </a:xfrm>
          <a:prstGeom prst="rect">
            <a:avLst/>
          </a:prstGeom>
          <a:solidFill>
            <a:srgbClr val="c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0" bIns="43200" anchor="ctr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569160" y="471240"/>
            <a:ext cx="14871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 u="sng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KoPubWorld돋움체 Light"/>
                <a:ea typeface="KoPubWorld돋움체 Light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866520" y="430920"/>
            <a:ext cx="212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 </a:t>
            </a:r>
            <a:r>
              <a:rPr b="1" lang="ko-K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화면 흐름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619560" y="1080000"/>
            <a:ext cx="1071864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</a:rPr>
              <a:t> 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</a:rPr>
              <a:t>대기 화면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</a:rPr>
              <a:t>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</a:t>
            </a: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Noto Sans KR"/>
                <a:ea typeface="Noto Sans KR"/>
              </a:rPr>
              <a:t>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7" name="TextBox 8"/>
          <p:cNvSpPr/>
          <p:nvPr/>
        </p:nvSpPr>
        <p:spPr>
          <a:xfrm>
            <a:off x="2520000" y="2607480"/>
            <a:ext cx="4647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화면 터치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2528280" y="3060000"/>
            <a:ext cx="449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메뉴 등록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수정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삭제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9" name="TextBox 12"/>
          <p:cNvSpPr/>
          <p:nvPr/>
        </p:nvSpPr>
        <p:spPr>
          <a:xfrm>
            <a:off x="2566440" y="3507480"/>
            <a:ext cx="4647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  <a:ea typeface="Noto Sans KR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메뉴별 옵션 조회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선택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추가 금액 적용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0" name="TextBox 14"/>
          <p:cNvSpPr/>
          <p:nvPr/>
        </p:nvSpPr>
        <p:spPr>
          <a:xfrm>
            <a:off x="2550600" y="3960000"/>
            <a:ext cx="4647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  <a:ea typeface="Noto Sans KR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메뉴 선택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장바구니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스탬프 조회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 및 적용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1" name="TextBox 15"/>
          <p:cNvSpPr/>
          <p:nvPr/>
        </p:nvSpPr>
        <p:spPr>
          <a:xfrm>
            <a:off x="2557080" y="4416480"/>
            <a:ext cx="4647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최종 결제 금액 계산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결제 수행 및 완료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2" name="TextBox 16"/>
          <p:cNvSpPr/>
          <p:nvPr/>
        </p:nvSpPr>
        <p:spPr>
          <a:xfrm>
            <a:off x="2550600" y="4860000"/>
            <a:ext cx="4647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영수증 발급 여부 선택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3" name="TextBox 17"/>
          <p:cNvSpPr/>
          <p:nvPr/>
        </p:nvSpPr>
        <p:spPr>
          <a:xfrm>
            <a:off x="2552040" y="5306760"/>
            <a:ext cx="4647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영수증 발급 선택 시 영수증 발급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(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스마트 영수증 발급 가능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4" name="TextBox 18"/>
          <p:cNvSpPr/>
          <p:nvPr/>
        </p:nvSpPr>
        <p:spPr>
          <a:xfrm>
            <a:off x="2550600" y="5760000"/>
            <a:ext cx="4647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주문 번호 표시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5" name="모서리가 둥근 직사각형 3"/>
          <p:cNvSpPr/>
          <p:nvPr/>
        </p:nvSpPr>
        <p:spPr>
          <a:xfrm>
            <a:off x="720000" y="1080000"/>
            <a:ext cx="1061640" cy="274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66" name="모서리가 둥근 직사각형 4"/>
          <p:cNvSpPr/>
          <p:nvPr/>
        </p:nvSpPr>
        <p:spPr>
          <a:xfrm>
            <a:off x="714240" y="3051720"/>
            <a:ext cx="1061640" cy="274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67" name="모서리가 둥근 직사각형 6"/>
          <p:cNvSpPr/>
          <p:nvPr/>
        </p:nvSpPr>
        <p:spPr>
          <a:xfrm>
            <a:off x="718920" y="4409640"/>
            <a:ext cx="1061640" cy="2703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68" name="모서리가 둥근 직사각형 8"/>
          <p:cNvSpPr/>
          <p:nvPr/>
        </p:nvSpPr>
        <p:spPr>
          <a:xfrm>
            <a:off x="735120" y="4860000"/>
            <a:ext cx="1061640" cy="2703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69" name="모서리가 둥근 직사각형 9"/>
          <p:cNvSpPr/>
          <p:nvPr/>
        </p:nvSpPr>
        <p:spPr>
          <a:xfrm>
            <a:off x="736560" y="5309640"/>
            <a:ext cx="1061640" cy="2703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70" name="모서리가 둥근 직사각형 10"/>
          <p:cNvSpPr/>
          <p:nvPr/>
        </p:nvSpPr>
        <p:spPr>
          <a:xfrm>
            <a:off x="736560" y="5765040"/>
            <a:ext cx="1061640" cy="2703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71" name="모서리가 둥근 직사각형 12"/>
          <p:cNvSpPr/>
          <p:nvPr/>
        </p:nvSpPr>
        <p:spPr>
          <a:xfrm>
            <a:off x="720000" y="2595600"/>
            <a:ext cx="1061640" cy="274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72" name=""/>
          <p:cNvSpPr/>
          <p:nvPr/>
        </p:nvSpPr>
        <p:spPr>
          <a:xfrm>
            <a:off x="10800000" y="1080000"/>
            <a:ext cx="898200" cy="5220000"/>
          </a:xfrm>
          <a:prstGeom prst="downArrow">
            <a:avLst>
              <a:gd name="adj1" fmla="val 50000"/>
              <a:gd name="adj2" fmla="val 153000"/>
            </a:avLst>
          </a:prstGeom>
          <a:solidFill>
            <a:srgbClr val="1c1c1c"/>
          </a:solidFill>
          <a:ln w="126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73" name=""/>
          <p:cNvSpPr/>
          <p:nvPr/>
        </p:nvSpPr>
        <p:spPr>
          <a:xfrm>
            <a:off x="736560" y="5762520"/>
            <a:ext cx="1061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주문 완료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4" name="모서리가 둥근 직사각형 5"/>
          <p:cNvSpPr/>
          <p:nvPr/>
        </p:nvSpPr>
        <p:spPr>
          <a:xfrm>
            <a:off x="718920" y="3953520"/>
            <a:ext cx="1061640" cy="2703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75" name="모서리가 둥근 직사각형 13"/>
          <p:cNvSpPr/>
          <p:nvPr/>
        </p:nvSpPr>
        <p:spPr>
          <a:xfrm>
            <a:off x="720000" y="3509640"/>
            <a:ext cx="1061640" cy="2703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76" name=""/>
          <p:cNvSpPr/>
          <p:nvPr/>
        </p:nvSpPr>
        <p:spPr>
          <a:xfrm>
            <a:off x="736560" y="5760000"/>
            <a:ext cx="1061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20000" y="2595600"/>
            <a:ext cx="126000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이용 방법 선택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20000" y="3047760"/>
            <a:ext cx="126000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메뉴 관리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20000" y="3503880"/>
            <a:ext cx="126000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옵션 관리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718920" y="4409640"/>
            <a:ext cx="126000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주문 기능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720000" y="4860000"/>
            <a:ext cx="126000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영수증 기능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20000" y="5308920"/>
            <a:ext cx="126000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영수증 선택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20000" y="3953520"/>
            <a:ext cx="126000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결제 기능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4" name=""/>
          <p:cNvSpPr/>
          <p:nvPr/>
        </p:nvSpPr>
        <p:spPr>
          <a:xfrm>
            <a:off x="1080000" y="1525320"/>
            <a:ext cx="358200" cy="814680"/>
          </a:xfrm>
          <a:prstGeom prst="downArrow">
            <a:avLst>
              <a:gd name="adj1" fmla="val 50000"/>
              <a:gd name="adj2" fmla="val 153000"/>
            </a:avLst>
          </a:prstGeom>
          <a:solidFill>
            <a:srgbClr val="1c1c1c"/>
          </a:solidFill>
          <a:ln w="126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</TotalTime>
  <Application>PPT_Plus/1.0.0.0$Windows_X86_64 LibreOffice_project/</Application>
  <AppVersion>15.0000</AppVersion>
  <Words>648</Words>
  <Paragraphs>192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2026-05-31T09:38:42Z</dcterms:created>
  <dc:creator>이 승표</dc:creator>
  <dc:description/>
  <dc:language>ko-KR</dc:language>
  <cp:lastModifiedBy/>
  <dcterms:modified xsi:type="dcterms:W3CDTF">2026-06-10T12:34:33Z</dcterms:modified>
  <cp:revision>25</cp:revision>
  <dc:subject/>
  <dc:title>PowerPoint 프레젠테이션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와이드스크린</vt:lpwstr>
  </property>
  <property fmtid="{D5CDD505-2E9C-101B-9397-08002B2CF9AE}" pid="3" name="Slides">
    <vt:i4>4</vt:i4>
  </property>
</Properties>
</file>