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114BBB-9165-44A1-9630-470DE77CA7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651AC4-4D11-4DC5-A92F-9C45DDB8E2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51BB0E-8AC1-426C-B898-ABAA3493D5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DD61B2-CC50-4EAE-ABDA-A9A9F98A46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C8B0C56-EFB6-4897-BD6B-4DB530B651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50CD01C-FE7F-48F8-9458-47B05A5961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5642F9D-FBDA-45B1-9DAB-2BA435F898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1E6CCFB-E0F5-41A9-8BAC-104B50DCDE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E17A70A-0489-4C51-B6F3-2D9393CD17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DCF16FD-38B1-4C34-8A2F-F964BB21E6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877E34A-8BDD-48BD-906A-6D79C647A0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394A85-2ACF-4B79-966D-035B4B7CF1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5EEB13-DF76-4B5B-97C5-A3356A3A53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AAEE80-74FF-4E11-B1F7-1BB2D4D855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2F0D46-6BFB-4563-99A7-6199D07BF5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4D102B-3477-4E28-ADA7-495C18A9B0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C112CB-996C-4BC6-AF28-DB06D366C6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D8596E-29AB-4BA6-A090-0C339F6BFE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9F3E85-F5B8-467F-8FAC-9E3DE19EA8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1F2EA2-0857-43AA-B4B2-7F5E0355BF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KR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498FC4-A148-4DA0-8F7C-8B899FB795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88086A-45A3-4099-A1D9-C0D1825B20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래픽 1" descr="배지 체크 표시1 단색으로 채워진"/>
          <p:cNvPicPr/>
          <p:nvPr/>
        </p:nvPicPr>
        <p:blipFill>
          <a:blip r:embed="rId1"/>
          <a:stretch/>
        </p:blipFill>
        <p:spPr>
          <a:xfrm>
            <a:off x="6543720" y="3786480"/>
            <a:ext cx="367560" cy="367560"/>
          </a:xfrm>
          <a:prstGeom prst="rect">
            <a:avLst/>
          </a:prstGeom>
          <a:ln w="0">
            <a:noFill/>
          </a:ln>
        </p:spPr>
      </p:pic>
      <p:pic>
        <p:nvPicPr>
          <p:cNvPr id="51" name="그래픽 2" descr="배지 체크 표시1 단색으로 채워진"/>
          <p:cNvPicPr/>
          <p:nvPr/>
        </p:nvPicPr>
        <p:blipFill>
          <a:blip r:embed="rId2"/>
          <a:stretch/>
        </p:blipFill>
        <p:spPr>
          <a:xfrm>
            <a:off x="6565680" y="4558320"/>
            <a:ext cx="367560" cy="36756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1478160" y="1839240"/>
            <a:ext cx="3029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 </a:t>
            </a:r>
            <a:r>
              <a:rPr b="1" lang="ko-KR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시범도입관 기본 지표 변화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cxnSp>
        <p:nvCxnSpPr>
          <p:cNvPr id="53" name="직선 연결선 1"/>
          <p:cNvCxnSpPr/>
          <p:nvPr/>
        </p:nvCxnSpPr>
        <p:spPr>
          <a:xfrm>
            <a:off x="671760" y="848160"/>
            <a:ext cx="10971000" cy="1800"/>
          </a:xfrm>
          <a:prstGeom prst="straightConnector1">
            <a:avLst/>
          </a:prstGeom>
          <a:ln w="34925">
            <a:solidFill>
              <a:srgbClr val="d0cece"/>
            </a:solidFill>
            <a:round/>
          </a:ln>
        </p:spPr>
      </p:cxnSp>
      <p:sp>
        <p:nvSpPr>
          <p:cNvPr id="54" name="직사각형 2"/>
          <p:cNvSpPr/>
          <p:nvPr/>
        </p:nvSpPr>
        <p:spPr>
          <a:xfrm>
            <a:off x="621360" y="810000"/>
            <a:ext cx="1862640" cy="86760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ctr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569160" y="471240"/>
            <a:ext cx="1487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KoPubWorld돋움체 Light"/>
                <a:ea typeface="KoPubWorld돋움체 Light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866520" y="430920"/>
            <a:ext cx="21254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 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화면 흐름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7" name="TextBox 7"/>
          <p:cNvSpPr/>
          <p:nvPr/>
        </p:nvSpPr>
        <p:spPr>
          <a:xfrm>
            <a:off x="619560" y="1080000"/>
            <a:ext cx="10719000" cy="56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</a:rPr>
              <a:t>대기 화면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이용 방법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050" spc="-1" strike="noStrike">
                <a:solidFill>
                  <a:schemeClr val="dk1"/>
                </a:solidFill>
                <a:latin typeface="Noto Sans KR"/>
                <a:ea typeface="Noto Sans KR"/>
              </a:rPr>
              <a:t>메뉴 조회 및 선택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옵션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  <a:ea typeface="Noto Sans KR"/>
              </a:rPr>
              <a:t> 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  <a:ea typeface="Noto Sans KR"/>
              </a:rPr>
              <a:t>장바구니 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할인 적용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카드 결제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포인트 적립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ko-KR" sz="1050" spc="-1" strike="noStrike">
                <a:solidFill>
                  <a:schemeClr val="dk1"/>
                </a:solidFill>
                <a:latin typeface="Noto Sans KR"/>
                <a:ea typeface="Noto Sans KR"/>
              </a:rPr>
              <a:t>최근 주문 재주문</a:t>
            </a:r>
            <a:endParaRPr b="0" lang="en-US" sz="105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8" name="TextBox 8"/>
          <p:cNvSpPr/>
          <p:nvPr/>
        </p:nvSpPr>
        <p:spPr>
          <a:xfrm>
            <a:off x="2520000" y="14400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화면 터치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2528280" y="1847520"/>
            <a:ext cx="4498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포장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매장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60" name="그룹 1"/>
          <p:cNvGrpSpPr/>
          <p:nvPr/>
        </p:nvGrpSpPr>
        <p:grpSpPr>
          <a:xfrm>
            <a:off x="2527920" y="1744200"/>
            <a:ext cx="5970960" cy="1495800"/>
            <a:chOff x="2527920" y="1744200"/>
            <a:chExt cx="5970960" cy="1495800"/>
          </a:xfrm>
        </p:grpSpPr>
        <p:sp>
          <p:nvSpPr>
            <p:cNvPr id="61" name="TextBox 11"/>
            <p:cNvSpPr/>
            <p:nvPr/>
          </p:nvSpPr>
          <p:spPr>
            <a:xfrm>
              <a:off x="2527920" y="2169720"/>
              <a:ext cx="5970960" cy="27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----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커피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티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디저트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굿즈 </a:t>
              </a:r>
              <a:r>
                <a:rPr b="0" lang="en-US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/ </a:t>
              </a:r>
              <a:r>
                <a:rPr b="0" lang="ko-KR" sz="12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세트메뉴</a:t>
              </a:r>
              <a:endParaRPr b="0" lang="en-US" sz="12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2" name="설명선 2 1"/>
            <p:cNvSpPr/>
            <p:nvPr/>
          </p:nvSpPr>
          <p:spPr>
            <a:xfrm>
              <a:off x="3380760" y="3094560"/>
              <a:ext cx="983160" cy="1454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-401499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아메리카노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라떼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3" name="설명선 2 2"/>
            <p:cNvSpPr/>
            <p:nvPr/>
          </p:nvSpPr>
          <p:spPr>
            <a:xfrm>
              <a:off x="4889520" y="1744200"/>
              <a:ext cx="983160" cy="1454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306270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텀블링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키링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64" name="설명선 2 3"/>
            <p:cNvSpPr/>
            <p:nvPr/>
          </p:nvSpPr>
          <p:spPr>
            <a:xfrm>
              <a:off x="3789720" y="2903760"/>
              <a:ext cx="983160" cy="1454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4058"/>
                <a:gd name="adj5" fmla="val -295664"/>
                <a:gd name="adj6" fmla="val -34019"/>
              </a:avLst>
            </a:prstGeom>
            <a:solidFill>
              <a:srgbClr val="ffffff"/>
            </a:solidFill>
            <a:ln>
              <a:solidFill>
                <a:srgbClr val="d0cec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허브티</a:t>
              </a:r>
              <a:r>
                <a:rPr b="0" lang="en-US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, </a:t>
              </a:r>
              <a:r>
                <a:rPr b="0" lang="ko-KR" sz="8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맑은 고딕"/>
                </a:rPr>
                <a:t>아이스티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sp>
        <p:nvSpPr>
          <p:cNvPr id="65" name="설명선 2 4"/>
          <p:cNvSpPr/>
          <p:nvPr/>
        </p:nvSpPr>
        <p:spPr>
          <a:xfrm>
            <a:off x="8267760" y="2160000"/>
            <a:ext cx="2890800" cy="5803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20246"/>
              <a:gd name="adj6" fmla="val -45100"/>
            </a:avLst>
          </a:prstGeom>
          <a:solidFill>
            <a:srgbClr val="ffffff"/>
          </a:solidFill>
          <a:ln w="22225">
            <a:solidFill>
              <a:srgbClr val="ffd966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옵션 선택 </a:t>
            </a:r>
            <a:r>
              <a:rPr b="1" lang="en-US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: HOT · ICE / </a:t>
            </a: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사이즈</a:t>
            </a:r>
            <a:r>
              <a:rPr b="1" lang="en-US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(M ·L) / </a:t>
            </a:r>
            <a:r>
              <a:rPr b="1" lang="ko-KR" sz="9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수량</a:t>
            </a:r>
            <a:endParaRPr b="0" lang="en-US" sz="9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6" name="설명선 2 5"/>
          <p:cNvSpPr/>
          <p:nvPr/>
        </p:nvSpPr>
        <p:spPr>
          <a:xfrm>
            <a:off x="5040000" y="3362040"/>
            <a:ext cx="983160" cy="1454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-189829"/>
              <a:gd name="adj6" fmla="val -34019"/>
            </a:avLst>
          </a:prstGeom>
          <a:solidFill>
            <a:srgbClr val="ffffff"/>
          </a:solidFill>
          <a:ln>
            <a:solidFill>
              <a:srgbClr val="d0cec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쿠키</a:t>
            </a: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, 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케이크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7" name="설명선 2 6"/>
          <p:cNvSpPr/>
          <p:nvPr/>
        </p:nvSpPr>
        <p:spPr>
          <a:xfrm>
            <a:off x="5776560" y="2143440"/>
            <a:ext cx="983160" cy="3189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50617"/>
              <a:gd name="adj6" fmla="val -45979"/>
            </a:avLst>
          </a:prstGeom>
          <a:solidFill>
            <a:srgbClr val="ffffff"/>
          </a:solidFill>
          <a:ln>
            <a:solidFill>
              <a:srgbClr val="d0cec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음료 </a:t>
            </a: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+ 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디저트 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@</a:t>
            </a:r>
            <a:r>
              <a:rPr b="0" lang="ko-KR" sz="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굿즈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2566440" y="332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수량변경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상품삭제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총액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grpSp>
        <p:nvGrpSpPr>
          <p:cNvPr id="69" name="그룹 2"/>
          <p:cNvGrpSpPr/>
          <p:nvPr/>
        </p:nvGrpSpPr>
        <p:grpSpPr>
          <a:xfrm>
            <a:off x="6705000" y="3420000"/>
            <a:ext cx="1573560" cy="1027080"/>
            <a:chOff x="6705000" y="3420000"/>
            <a:chExt cx="1573560" cy="1027080"/>
          </a:xfrm>
        </p:grpSpPr>
        <p:sp>
          <p:nvSpPr>
            <p:cNvPr id="70" name="직사각형 3"/>
            <p:cNvSpPr/>
            <p:nvPr/>
          </p:nvSpPr>
          <p:spPr>
            <a:xfrm>
              <a:off x="7152120" y="3420000"/>
              <a:ext cx="1126440" cy="900720"/>
            </a:xfrm>
            <a:prstGeom prst="rect">
              <a:avLst/>
            </a:prstGeom>
            <a:noFill/>
            <a:ln w="15875">
              <a:solidFill>
                <a:srgbClr val="f4b18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맑은 고딕"/>
              </a:endParaRPr>
            </a:p>
          </p:txBody>
        </p:sp>
        <p:sp>
          <p:nvSpPr>
            <p:cNvPr id="71" name="직사각형 4"/>
            <p:cNvSpPr/>
            <p:nvPr/>
          </p:nvSpPr>
          <p:spPr>
            <a:xfrm>
              <a:off x="7318080" y="4191480"/>
              <a:ext cx="892440" cy="255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1" lang="ko-KR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메뉴선택 ◀◀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  <p:sp>
          <p:nvSpPr>
            <p:cNvPr id="72" name="직사각형 5"/>
            <p:cNvSpPr/>
            <p:nvPr/>
          </p:nvSpPr>
          <p:spPr>
            <a:xfrm>
              <a:off x="6705000" y="3587400"/>
              <a:ext cx="892440" cy="567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en-US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▼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b="1" lang="ko-KR" sz="800" spc="-1" strike="noStrike">
                  <a:solidFill>
                    <a:schemeClr val="dk1">
                      <a:lumMod val="50000"/>
                      <a:lumOff val="50000"/>
                    </a:schemeClr>
                  </a:solidFill>
                  <a:latin typeface="맑은 고딕"/>
                </a:rPr>
                <a:t>추가주문</a:t>
              </a:r>
              <a:endParaRPr b="0" lang="en-US" sz="8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  <p:cxnSp>
        <p:nvCxnSpPr>
          <p:cNvPr id="73" name="직선 연결선 2"/>
          <p:cNvCxnSpPr/>
          <p:nvPr/>
        </p:nvCxnSpPr>
        <p:spPr>
          <a:xfrm>
            <a:off x="6350760" y="3446640"/>
            <a:ext cx="746640" cy="1800"/>
          </a:xfrm>
          <a:prstGeom prst="straightConnector1">
            <a:avLst/>
          </a:prstGeom>
          <a:ln w="15875">
            <a:solidFill>
              <a:srgbClr val="f4b183"/>
            </a:solidFill>
            <a:prstDash val="dash"/>
            <a:round/>
          </a:ln>
        </p:spPr>
      </p:cxnSp>
      <p:sp>
        <p:nvSpPr>
          <p:cNvPr id="74" name="TextBox 14"/>
          <p:cNvSpPr/>
          <p:nvPr/>
        </p:nvSpPr>
        <p:spPr>
          <a:xfrm>
            <a:off x="2550600" y="368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쿠폰 입력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모닝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·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런치 할인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2557080" y="40482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카드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현금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X)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2550600" y="440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전화 번호 입력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적립 안함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2552040" y="476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출력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스마트 영수증 </a:t>
            </a: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/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미발급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2550600" y="512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주문 번호 표시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2552040" y="548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고객의 최근 주문 내역 조회 및 재 주문 여부 확인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모서리가 둥근 직사각형 3"/>
          <p:cNvSpPr/>
          <p:nvPr/>
        </p:nvSpPr>
        <p:spPr>
          <a:xfrm>
            <a:off x="720000" y="1080000"/>
            <a:ext cx="1062000" cy="275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1" name="모서리가 둥근 직사각형 4"/>
          <p:cNvSpPr/>
          <p:nvPr/>
        </p:nvSpPr>
        <p:spPr>
          <a:xfrm>
            <a:off x="736560" y="1800000"/>
            <a:ext cx="1062000" cy="275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2" name="모서리가 둥근 직사각형 6"/>
          <p:cNvSpPr/>
          <p:nvPr/>
        </p:nvSpPr>
        <p:spPr>
          <a:xfrm>
            <a:off x="718920" y="368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3" name="모서리가 둥근 직사각형 7"/>
          <p:cNvSpPr/>
          <p:nvPr/>
        </p:nvSpPr>
        <p:spPr>
          <a:xfrm>
            <a:off x="723600" y="404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4" name="모서리가 둥근 직사각형 8"/>
          <p:cNvSpPr/>
          <p:nvPr/>
        </p:nvSpPr>
        <p:spPr>
          <a:xfrm>
            <a:off x="726840" y="440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5" name="모서리가 둥근 직사각형 9"/>
          <p:cNvSpPr/>
          <p:nvPr/>
        </p:nvSpPr>
        <p:spPr>
          <a:xfrm>
            <a:off x="736560" y="476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6" name="모서리가 둥근 직사각형 10"/>
          <p:cNvSpPr/>
          <p:nvPr/>
        </p:nvSpPr>
        <p:spPr>
          <a:xfrm>
            <a:off x="736560" y="512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7" name="모서리가 둥근 직사각형 11"/>
          <p:cNvSpPr/>
          <p:nvPr/>
        </p:nvSpPr>
        <p:spPr>
          <a:xfrm>
            <a:off x="726840" y="548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8" name="모서리가 둥근 직사각형 12"/>
          <p:cNvSpPr/>
          <p:nvPr/>
        </p:nvSpPr>
        <p:spPr>
          <a:xfrm>
            <a:off x="720000" y="1440000"/>
            <a:ext cx="1062000" cy="275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9" name=""/>
          <p:cNvSpPr/>
          <p:nvPr/>
        </p:nvSpPr>
        <p:spPr>
          <a:xfrm>
            <a:off x="10800000" y="1080000"/>
            <a:ext cx="898560" cy="550656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0" name="모서리가 둥근 직사각형 14"/>
          <p:cNvSpPr/>
          <p:nvPr/>
        </p:nvSpPr>
        <p:spPr>
          <a:xfrm>
            <a:off x="736560" y="584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2550600" y="584748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주문 완료 안내 및 시스템 주문완료 번호 생성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2" name="설명선 2 7"/>
          <p:cNvSpPr/>
          <p:nvPr/>
        </p:nvSpPr>
        <p:spPr>
          <a:xfrm>
            <a:off x="7547760" y="5899680"/>
            <a:ext cx="2890800" cy="58032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34058"/>
              <a:gd name="adj5" fmla="val 20246"/>
              <a:gd name="adj6" fmla="val -45100"/>
            </a:avLst>
          </a:prstGeom>
          <a:solidFill>
            <a:srgbClr val="ffffff"/>
          </a:solidFill>
          <a:ln w="22225">
            <a:solidFill>
              <a:srgbClr val="1c1c1c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맑은 고딕"/>
              </a:rPr>
              <a:t>회원별 맞춤 즐겨 찾기 메뉴 생성 안내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36560" y="4769280"/>
            <a:ext cx="106200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영수증 선택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모서리가 둥근 직사각형 5"/>
          <p:cNvSpPr/>
          <p:nvPr/>
        </p:nvSpPr>
        <p:spPr>
          <a:xfrm>
            <a:off x="718920" y="332928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5" name="모서리가 둥근 직사각형 13"/>
          <p:cNvSpPr/>
          <p:nvPr/>
        </p:nvSpPr>
        <p:spPr>
          <a:xfrm>
            <a:off x="720000" y="2232000"/>
            <a:ext cx="1062000" cy="2707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36560" y="5129280"/>
            <a:ext cx="106200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주문 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36560" y="5849280"/>
            <a:ext cx="106200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주문 완료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그래픽 31" descr="배지 체크 표시1 단색으로 채워진"/>
          <p:cNvPicPr/>
          <p:nvPr/>
        </p:nvPicPr>
        <p:blipFill>
          <a:blip r:embed="rId1"/>
          <a:stretch/>
        </p:blipFill>
        <p:spPr>
          <a:xfrm>
            <a:off x="6543720" y="3786480"/>
            <a:ext cx="367560" cy="367560"/>
          </a:xfrm>
          <a:prstGeom prst="rect">
            <a:avLst/>
          </a:prstGeom>
          <a:ln w="0">
            <a:noFill/>
          </a:ln>
        </p:spPr>
      </p:pic>
      <p:pic>
        <p:nvPicPr>
          <p:cNvPr id="99" name="그래픽 31" descr="배지 체크 표시1 단색으로 채워진"/>
          <p:cNvPicPr/>
          <p:nvPr/>
        </p:nvPicPr>
        <p:blipFill>
          <a:blip r:embed="rId2"/>
          <a:stretch/>
        </p:blipFill>
        <p:spPr>
          <a:xfrm>
            <a:off x="6565680" y="4558320"/>
            <a:ext cx="367560" cy="367560"/>
          </a:xfrm>
          <a:prstGeom prst="rect">
            <a:avLst/>
          </a:prstGeom>
          <a:ln w="0">
            <a:noFill/>
          </a:ln>
        </p:spPr>
      </p:pic>
      <p:sp>
        <p:nvSpPr>
          <p:cNvPr id="100" name="TextBox 231"/>
          <p:cNvSpPr/>
          <p:nvPr/>
        </p:nvSpPr>
        <p:spPr>
          <a:xfrm>
            <a:off x="1478160" y="1839240"/>
            <a:ext cx="3029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 </a:t>
            </a:r>
            <a:r>
              <a:rPr b="1" lang="ko-KR" sz="2000" spc="-1" strike="noStrike">
                <a:solidFill>
                  <a:schemeClr val="lt1"/>
                </a:solidFill>
                <a:latin typeface="KoPubWorld돋움체 Light"/>
                <a:ea typeface="KoPubWorld돋움체 Light"/>
              </a:rPr>
              <a:t>시범도입관 기본 지표 변화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직사각형 11"/>
          <p:cNvSpPr/>
          <p:nvPr/>
        </p:nvSpPr>
        <p:spPr>
          <a:xfrm>
            <a:off x="360000" y="180720"/>
            <a:ext cx="11507400" cy="629856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02" name="직선 연결선 22"/>
          <p:cNvCxnSpPr/>
          <p:nvPr/>
        </p:nvCxnSpPr>
        <p:spPr>
          <a:xfrm>
            <a:off x="671760" y="848160"/>
            <a:ext cx="10971000" cy="1800"/>
          </a:xfrm>
          <a:prstGeom prst="straightConnector1">
            <a:avLst/>
          </a:prstGeom>
          <a:ln w="34925">
            <a:solidFill>
              <a:srgbClr val="d0cece"/>
            </a:solidFill>
            <a:round/>
          </a:ln>
        </p:spPr>
      </p:cxnSp>
      <p:sp>
        <p:nvSpPr>
          <p:cNvPr id="103" name="직사각형 23"/>
          <p:cNvSpPr/>
          <p:nvPr/>
        </p:nvSpPr>
        <p:spPr>
          <a:xfrm>
            <a:off x="621360" y="810000"/>
            <a:ext cx="1862640" cy="86760"/>
          </a:xfrm>
          <a:prstGeom prst="rect">
            <a:avLst/>
          </a:prstGeom>
          <a:solidFill>
            <a:srgbClr val="c00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560" bIns="43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4" name="TextBox 25"/>
          <p:cNvSpPr/>
          <p:nvPr/>
        </p:nvSpPr>
        <p:spPr>
          <a:xfrm>
            <a:off x="569160" y="471240"/>
            <a:ext cx="1487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 u="sng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KoPubWorld돋움체 Light"/>
                <a:ea typeface="KoPubWorld돋움체 Light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5" name="TextBox 26"/>
          <p:cNvSpPr/>
          <p:nvPr/>
        </p:nvSpPr>
        <p:spPr>
          <a:xfrm>
            <a:off x="866520" y="430920"/>
            <a:ext cx="3272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 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화면 흐름</a:t>
            </a: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(</a:t>
            </a:r>
            <a:r>
              <a:rPr b="1" lang="ko-K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회원 전용 테이블</a:t>
            </a:r>
            <a:r>
              <a:rPr b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Noto Sans KR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619560" y="1080000"/>
            <a:ext cx="10719000" cy="40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</a:rPr>
              <a:t>회원 등급 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r>
              <a:rPr b="0" lang="ko-KR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쿠폰 관리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Noto Sans KR"/>
                <a:ea typeface="Noto Sans KR"/>
              </a:rPr>
              <a:t>     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2551320" y="10890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화면 터치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TextBox 19"/>
          <p:cNvSpPr/>
          <p:nvPr/>
        </p:nvSpPr>
        <p:spPr>
          <a:xfrm>
            <a:off x="2551320" y="14400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 고객 쿠폰 보유 및 사용 여부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TextBox 37"/>
          <p:cNvSpPr/>
          <p:nvPr/>
        </p:nvSpPr>
        <p:spPr>
          <a:xfrm>
            <a:off x="2557800" y="183924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회원의 포인트 적립 및 사용 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0" name="TextBox 44"/>
          <p:cNvSpPr/>
          <p:nvPr/>
        </p:nvSpPr>
        <p:spPr>
          <a:xfrm>
            <a:off x="2557080" y="24282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회원의 개인정보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TextBox 45"/>
          <p:cNvSpPr/>
          <p:nvPr/>
        </p:nvSpPr>
        <p:spPr>
          <a:xfrm>
            <a:off x="2557080" y="2880000"/>
            <a:ext cx="4647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---- </a:t>
            </a:r>
            <a:r>
              <a:rPr b="0" lang="ko-K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맑은 고딕"/>
              </a:rPr>
              <a:t>회원 등급 별 추가 할인 혜택 안내 및 추가 할인 혜택 유도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2" name="모서리가 둥근 직사각형 41"/>
          <p:cNvSpPr/>
          <p:nvPr/>
        </p:nvSpPr>
        <p:spPr>
          <a:xfrm>
            <a:off x="720000" y="1089000"/>
            <a:ext cx="1062000" cy="2750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3" name="모서리가 둥근 직사각형 54"/>
          <p:cNvSpPr/>
          <p:nvPr/>
        </p:nvSpPr>
        <p:spPr>
          <a:xfrm>
            <a:off x="720000" y="2340720"/>
            <a:ext cx="1078560" cy="3585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4" name="모서리가 둥근 직사각형 1"/>
          <p:cNvSpPr/>
          <p:nvPr/>
        </p:nvSpPr>
        <p:spPr>
          <a:xfrm>
            <a:off x="736560" y="1468080"/>
            <a:ext cx="1062000" cy="314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5" name="모서리가 둥근 직사각형 2"/>
          <p:cNvSpPr/>
          <p:nvPr/>
        </p:nvSpPr>
        <p:spPr>
          <a:xfrm rot="21579600">
            <a:off x="719280" y="1875240"/>
            <a:ext cx="1078920" cy="31932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16" name=""/>
          <p:cNvSpPr/>
          <p:nvPr/>
        </p:nvSpPr>
        <p:spPr>
          <a:xfrm>
            <a:off x="10312920" y="1080000"/>
            <a:ext cx="581040" cy="1979640"/>
          </a:xfrm>
          <a:prstGeom prst="downArrow">
            <a:avLst>
              <a:gd name="adj1" fmla="val 50000"/>
              <a:gd name="adj2" fmla="val 153000"/>
            </a:avLst>
          </a:prstGeom>
          <a:solidFill>
            <a:srgbClr val="1c1c1c"/>
          </a:solidFill>
          <a:ln w="126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7" name=""/>
          <p:cNvSpPr/>
          <p:nvPr/>
        </p:nvSpPr>
        <p:spPr>
          <a:xfrm>
            <a:off x="651240" y="1890720"/>
            <a:ext cx="1260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적립내역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8" name=""/>
          <p:cNvSpPr/>
          <p:nvPr/>
        </p:nvSpPr>
        <p:spPr>
          <a:xfrm>
            <a:off x="651240" y="2340000"/>
            <a:ext cx="1260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회원 정보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9" name=""/>
          <p:cNvSpPr/>
          <p:nvPr/>
        </p:nvSpPr>
        <p:spPr>
          <a:xfrm>
            <a:off x="651240" y="1891080"/>
            <a:ext cx="1260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적립내역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0" name=""/>
          <p:cNvSpPr/>
          <p:nvPr/>
        </p:nvSpPr>
        <p:spPr>
          <a:xfrm>
            <a:off x="651240" y="2880000"/>
            <a:ext cx="1260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Noto Sans KR"/>
              </a:rPr>
              <a:t>  </a:t>
            </a:r>
            <a:r>
              <a:rPr b="0" lang="ko-KR" sz="1200" spc="-1" strike="noStrike">
                <a:solidFill>
                  <a:srgbClr val="000000"/>
                </a:solidFill>
                <a:latin typeface="Noto Sans KR"/>
              </a:rPr>
              <a:t>회원 정보 조회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1" name="모서리가 둥근 직사각형 15"/>
          <p:cNvSpPr/>
          <p:nvPr/>
        </p:nvSpPr>
        <p:spPr>
          <a:xfrm>
            <a:off x="720000" y="2880000"/>
            <a:ext cx="1078560" cy="3585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80808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Application>PPT_Plus/1.0.0.0$Windows_X86_64 LibreOffice_project/</Application>
  <AppVersion>15.0000</AppVersion>
  <Words>648</Words>
  <Paragraphs>192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2026-05-31T09:38:42Z</dcterms:created>
  <dc:creator>이 승표</dc:creator>
  <dc:description/>
  <dc:language>ko-KR</dc:language>
  <cp:lastModifiedBy/>
  <dcterms:modified xsi:type="dcterms:W3CDTF">2026-06-10T09:58:19Z</dcterms:modified>
  <cp:revision>24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4</vt:i4>
  </property>
</Properties>
</file>